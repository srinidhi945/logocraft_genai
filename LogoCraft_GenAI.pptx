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6" r:id="rId4"/>
    <p:sldId id="264" r:id="rId5"/>
    <p:sldId id="292" r:id="rId6"/>
    <p:sldId id="267" r:id="rId7"/>
    <p:sldId id="288" r:id="rId8"/>
    <p:sldId id="29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4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8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4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3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3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7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2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4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2AB04-7C5B-48EB-B77E-067F7962D30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9F3A3-18C3-4923-BF2E-716D5368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1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71055" y="318798"/>
            <a:ext cx="11259127" cy="1574655"/>
          </a:xfrm>
        </p:spPr>
        <p:txBody>
          <a:bodyPr anchor="ctr">
            <a:normAutofit/>
          </a:bodyPr>
          <a:lstStyle/>
          <a:p>
            <a:r>
              <a:rPr lang="en-US" sz="4400" b="1" dirty="0" err="1">
                <a:latin typeface="Algerian" panose="04020705040A02060702" pitchFamily="82" charset="0"/>
              </a:rPr>
              <a:t>LogoCraft_GenAI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2281380"/>
            <a:ext cx="9144000" cy="3676657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TEAM MEMBERS: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Hoshitha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(22B81A6779)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Uppununthala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Priya(22B1A6778)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Koorella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Shriya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Pradyuthi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(22B81A67A9)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Poreddy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Srinidhi(22B81A67B4)</a:t>
            </a:r>
          </a:p>
          <a:p>
            <a:endParaRPr lang="en-US" sz="2800" dirty="0"/>
          </a:p>
        </p:txBody>
      </p:sp>
      <p:sp>
        <p:nvSpPr>
          <p:cNvPr id="5" name="Subtitle 3"/>
          <p:cNvSpPr txBox="1">
            <a:spLocks/>
          </p:cNvSpPr>
          <p:nvPr/>
        </p:nvSpPr>
        <p:spPr>
          <a:xfrm>
            <a:off x="1524000" y="4870382"/>
            <a:ext cx="3818021" cy="1881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3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312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3"/>
            <a:ext cx="10515600" cy="4600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unique and creative logos, but professional design services can be 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logos provide an affordable and scalable alternative.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logo generator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scalable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for businesses and startups.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creation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text-based brand descriptions.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easy selection and download options.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782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3974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Technologies</a:t>
            </a:r>
            <a:r>
              <a:rPr lang="en-US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Used</a:t>
            </a:r>
            <a:endParaRPr lang="en-US" sz="4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865"/>
            <a:ext cx="10515600" cy="457209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(Python)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Hugging Face (Model: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stabilityai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/stable-diffusion-xl-base-1.0)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Flask-CORS, Requests, Python-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Pillow,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fpdf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PDF format for saving logos.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variables are used to manage API keys securely.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4370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Project Workflow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provides a brand description.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backend sends the input to Hugging Face API.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Generation: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Stability AI's Stable Diffusion model creates logo images.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Handling: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processes and displays logos on the frontend.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select their preferred logo.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Feature: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selected logo is converted into a downloadable format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2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FD6730-DF19-125D-B064-961D83BB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202" y="315624"/>
            <a:ext cx="6217920" cy="62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6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API Role in the Project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an API?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pre-trained AI models without training from scratch.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computational load on local servers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API: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stabilityai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/stable-diffusion-xl-base-1.0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logo generation.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a text description and returns generated logos.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fast and scalable AI model inference.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2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7C6B-A858-2DAE-E3A6-5B721229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System Architecture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0DA1-6921-327F-44EB-42CE62296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(Handles API requests &amp; responses)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Hugging Face (AI-based logo generation)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Download: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via Pillow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keys stored in .env file for security.</a:t>
            </a:r>
          </a:p>
        </p:txBody>
      </p:sp>
    </p:spTree>
    <p:extLst>
      <p:ext uri="{BB962C8B-B14F-4D97-AF65-F5344CB8AC3E}">
        <p14:creationId xmlns:p14="http://schemas.microsoft.com/office/powerpoint/2010/main" val="173077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51BD-48F6-139E-5171-2FB24300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2C1A-B062-60B7-3703-35CEB157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Conclusion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D2481-CCD2-BDE3-FCCB-577DDC135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scalable.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unique AI-generated logos instantly.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user customization options.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logo quality with additional AI refinements.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direct integration with business branding tools.</a:t>
            </a:r>
          </a:p>
        </p:txBody>
      </p:sp>
    </p:spTree>
    <p:extLst>
      <p:ext uri="{BB962C8B-B14F-4D97-AF65-F5344CB8AC3E}">
        <p14:creationId xmlns:p14="http://schemas.microsoft.com/office/powerpoint/2010/main" val="1648236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3553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389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Times New Roman</vt:lpstr>
      <vt:lpstr>Office Theme</vt:lpstr>
      <vt:lpstr>LogoCraft_GenAI</vt:lpstr>
      <vt:lpstr>INTRODUCTION</vt:lpstr>
      <vt:lpstr>Technologies Used</vt:lpstr>
      <vt:lpstr>Project Workflow</vt:lpstr>
      <vt:lpstr>PowerPoint Presentation</vt:lpstr>
      <vt:lpstr>API Role in the Project</vt:lpstr>
      <vt:lpstr>System Architecture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Review-1</dc:title>
  <dc:creator>M Varaprasd Rao</dc:creator>
  <cp:lastModifiedBy>UPPUNUNTHALA HASINE PRIYA</cp:lastModifiedBy>
  <cp:revision>29</cp:revision>
  <dcterms:created xsi:type="dcterms:W3CDTF">2024-07-18T04:46:24Z</dcterms:created>
  <dcterms:modified xsi:type="dcterms:W3CDTF">2025-03-10T06:52:44Z</dcterms:modified>
</cp:coreProperties>
</file>